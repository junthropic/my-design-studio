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5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DBC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17-439B-B868-FC88E69F128B}"/>
              </c:ext>
            </c:extLst>
          </c:dPt>
          <c:dPt>
            <c:idx val="1"/>
            <c:invertIfNegative val="0"/>
            <c:bubble3D val="0"/>
            <c:spPr>
              <a:solidFill>
                <a:srgbClr val="51C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17-439B-B868-FC88E69F128B}"/>
              </c:ext>
            </c:extLst>
          </c:dPt>
          <c:dPt>
            <c:idx val="2"/>
            <c:invertIfNegative val="0"/>
            <c:bubble3D val="0"/>
            <c:spPr>
              <a:solidFill>
                <a:srgbClr val="A9B1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17-439B-B868-FC88E69F128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A17-439B-B868-FC88E69F128B}"/>
              </c:ext>
            </c:extLst>
          </c:dPt>
          <c:dPt>
            <c:idx val="4"/>
            <c:invertIfNegative val="0"/>
            <c:bubble3D val="0"/>
            <c:spPr>
              <a:solidFill>
                <a:srgbClr val="51C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17-439B-B868-FC88E69F12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4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42</c:v>
                </c:pt>
                <c:pt idx="2">
                  <c:v>38</c:v>
                </c:pt>
                <c:pt idx="3">
                  <c:v>65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17-439B-B868-FC88E69F12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40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5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DBC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DF-46BA-995F-D82BAAE5C365}"/>
              </c:ext>
            </c:extLst>
          </c:dPt>
          <c:dPt>
            <c:idx val="1"/>
            <c:invertIfNegative val="0"/>
            <c:bubble3D val="0"/>
            <c:spPr>
              <a:solidFill>
                <a:srgbClr val="51C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DF-46BA-995F-D82BAAE5C365}"/>
              </c:ext>
            </c:extLst>
          </c:dPt>
          <c:dPt>
            <c:idx val="2"/>
            <c:invertIfNegative val="0"/>
            <c:bubble3D val="0"/>
            <c:spPr>
              <a:solidFill>
                <a:srgbClr val="A9B1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DF-46BA-995F-D82BAAE5C36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1DF-46BA-995F-D82BAAE5C365}"/>
              </c:ext>
            </c:extLst>
          </c:dPt>
          <c:dPt>
            <c:idx val="4"/>
            <c:invertIfNegative val="0"/>
            <c:bubble3D val="0"/>
            <c:spPr>
              <a:solidFill>
                <a:srgbClr val="51C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DF-46BA-995F-D82BAAE5C3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4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42</c:v>
                </c:pt>
                <c:pt idx="2">
                  <c:v>38</c:v>
                </c:pt>
                <c:pt idx="3">
                  <c:v>65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1DF-46BA-995F-D82BAAE5C3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40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7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·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구분 ·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 ·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+ 본문 ·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2열 비교 · 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+ 설명 ·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·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·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·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타임라인 ·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프로세스 ·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· 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·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구분 ·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 ·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+ 본문 ·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2열 비교 · 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+ 설명 ·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·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·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IO_MASTER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6ee2c85-add4-4686-af3e-f5e4c0d501f2"/>
          <p:cNvSpPr/>
          <p:nvPr/>
        </p:nvSpPr>
        <p:spPr>
          <a:xfrm>
            <a:off x="736600" y="6604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/ PORTFOLIO</a:t>
            </a:r>
            <a:endParaRPr lang="ko-KR" sz="1400" dirty="0"/>
          </a:p>
        </p:txBody>
      </p:sp>
      <p:sp>
        <p:nvSpPr>
          <p:cNvPr id="4" name="ab0a7711-1d1b-468e-9a8f-cb6fc5b90a58"/>
          <p:cNvSpPr/>
          <p:nvPr/>
        </p:nvSpPr>
        <p:spPr>
          <a:xfrm>
            <a:off x="736600" y="1943100"/>
            <a:ext cx="7874000" cy="2418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5400" b="1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검증 완료 </a:t>
            </a:r>
            <a:r>
              <a:rPr lang="en-US" altLang="ko-KR" sz="5400" b="1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Native title</a:t>
            </a:r>
            <a:endParaRPr lang="ko-KR" sz="5400" dirty="0"/>
          </a:p>
        </p:txBody>
      </p:sp>
      <p:sp>
        <p:nvSpPr>
          <p:cNvPr id="5" name="787dfce8-7305-48ec-b6b7-7ee19272797d"/>
          <p:cNvSpPr/>
          <p:nvPr/>
        </p:nvSpPr>
        <p:spPr>
          <a:xfrm>
            <a:off x="787400" y="444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1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브랜드에서 시작하는 프레젠테이션, 웹, 모션.</a:t>
            </a:r>
            <a:endParaRPr lang="ko-KR" sz="2100" dirty="0"/>
          </a:p>
        </p:txBody>
      </p:sp>
      <p:sp>
        <p:nvSpPr>
          <p:cNvPr id="6" name="8823a898-1d32-478b-9564-110c30215723"/>
          <p:cNvSpPr/>
          <p:nvPr/>
        </p:nvSpPr>
        <p:spPr>
          <a:xfrm>
            <a:off x="9448800" y="1739900"/>
            <a:ext cx="1879600" cy="32766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9f6b81fc-f33d-44bd-821d-1db138d45229"/>
          <p:cNvSpPr/>
          <p:nvPr/>
        </p:nvSpPr>
        <p:spPr>
          <a:xfrm>
            <a:off x="9855200" y="2235200"/>
            <a:ext cx="1066800" cy="1066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b43a6740-6c46-498b-afa7-7e612f1349f7"/>
          <p:cNvSpPr/>
          <p:nvPr/>
        </p:nvSpPr>
        <p:spPr>
          <a:xfrm>
            <a:off x="9855200" y="3708400"/>
            <a:ext cx="10668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4d243661-cb3b-4f1f-9584-3685e82743b8"/>
          <p:cNvSpPr/>
          <p:nvPr/>
        </p:nvSpPr>
        <p:spPr>
          <a:xfrm>
            <a:off x="787400" y="60452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39f2816-1b97-4382-abad-558e9d2f3d89"/>
          <p:cNvSpPr/>
          <p:nvPr/>
        </p:nvSpPr>
        <p:spPr>
          <a:xfrm>
            <a:off x="736600" y="939800"/>
            <a:ext cx="889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6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ko-KR" sz="1600" dirty="0"/>
          </a:p>
        </p:txBody>
      </p:sp>
      <p:sp>
        <p:nvSpPr>
          <p:cNvPr id="4" name="0b96de6e-1d03-4b4a-8798-729ec01b712a"/>
          <p:cNvSpPr/>
          <p:nvPr/>
        </p:nvSpPr>
        <p:spPr>
          <a:xfrm>
            <a:off x="736600" y="2603500"/>
            <a:ext cx="1054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경험을</a:t>
            </a:r>
            <a:endParaRPr lang="ko-KR" sz="5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과정</a:t>
            </a:r>
            <a:endParaRPr lang="ko-KR" sz="5200" dirty="0"/>
          </a:p>
        </p:txBody>
      </p:sp>
      <p:sp>
        <p:nvSpPr>
          <p:cNvPr id="5" name="e646606c-a607-4eae-aec8-4a9f8f4cf9e2"/>
          <p:cNvSpPr/>
          <p:nvPr/>
        </p:nvSpPr>
        <p:spPr>
          <a:xfrm>
            <a:off x="736600" y="5283200"/>
            <a:ext cx="20320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e82ce9d-2980-48ef-80cb-4b320ce0e285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ko-KR" sz="3800" dirty="0"/>
          </a:p>
        </p:txBody>
      </p:sp>
      <p:sp>
        <p:nvSpPr>
          <p:cNvPr id="4" name="4d0e1744-ecbc-495d-970f-d51f950d7365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0733cdb7-0adb-474a-a1c0-525e3c171b6f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12e798f-65fd-4199-abf3-912862b2d1ec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8858c273-fa22-440f-b6ce-d2a9a84d0018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004cd7f2-1292-4364-a3c9-6cd80c9b2e0f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9a9e86b4-309d-4158-87ab-ed25a17ca6cf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d43a1d1a-e821-4476-8ff5-8e1f5c44749f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55a02189-3eee-4167-8234-48db98e66789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ab2a2488-b903-4ae0-b79e-ccb351c3fed5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39786afe-fb4c-41da-a9a4-f272e11c8f8b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2c0507b8-9316-442c-9c7e-ca91ed687c7e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4ffd1541-c8d4-4995-a748-a61ea309015a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63be406d-454d-47e7-b82b-6a62989b05f3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981b45a1-b9ef-4893-a765-2f1c3e4cbe9a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c67925-e27c-41cf-a251-c272688fea8f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본문</a:t>
            </a:r>
            <a:endParaRPr lang="ko-KR" sz="3800" dirty="0"/>
          </a:p>
        </p:txBody>
      </p:sp>
      <p:sp>
        <p:nvSpPr>
          <p:cNvPr id="4" name="f6d1c14b-d2e4-4163-8580-ad3aa193e2a4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a6987f86-ba77-45bf-ac43-5a7d19f1ab1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4167d967-5f83-41db-9837-4ab07e059341"/>
          <p:cNvSpPr/>
          <p:nvPr/>
        </p:nvSpPr>
        <p:spPr>
          <a:xfrm>
            <a:off x="711200" y="2197100"/>
            <a:ext cx="10337800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전달할 핵심 메시지를 입력하세요.</a:t>
            </a: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근거를 구체적으로 설명하고,</a:t>
            </a: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다음 행동을 알 수 있도록 작성합니다.</a:t>
            </a:r>
            <a:endParaRPr lang="ko-KR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6e4c76f-a4e4-467c-a1dc-1c6e37fcd860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2열 비교</a:t>
            </a:r>
            <a:endParaRPr lang="ko-KR" sz="3800" dirty="0"/>
          </a:p>
        </p:txBody>
      </p:sp>
      <p:sp>
        <p:nvSpPr>
          <p:cNvPr id="4" name="9154eba9-ad09-4c54-a121-516da07b4a7a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fb9667a-8884-417b-9efc-bdb00d2a06bd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0300f1a7-935d-4e39-9e8e-15bc198e8177"/>
          <p:cNvSpPr/>
          <p:nvPr/>
        </p:nvSpPr>
        <p:spPr>
          <a:xfrm>
            <a:off x="711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9cafb36a-7812-4036-b521-4011aaf030d8"/>
          <p:cNvSpPr/>
          <p:nvPr/>
        </p:nvSpPr>
        <p:spPr>
          <a:xfrm>
            <a:off x="1016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경험</a:t>
            </a:r>
            <a:endParaRPr lang="ko-KR" sz="2800" dirty="0"/>
          </a:p>
        </p:txBody>
      </p:sp>
      <p:sp>
        <p:nvSpPr>
          <p:cNvPr id="8" name="cc5463eb-4a75-4592-aeeb-14ae0cc89023"/>
          <p:cNvSpPr/>
          <p:nvPr/>
        </p:nvSpPr>
        <p:spPr>
          <a:xfrm>
            <a:off x="1016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도구에서 별도로 제작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스타일을 반복해서 설정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수작업으로 결과물 확인</a:t>
            </a:r>
            <a:endParaRPr lang="ko-KR" sz="2200" dirty="0"/>
          </a:p>
        </p:txBody>
      </p:sp>
      <p:sp>
        <p:nvSpPr>
          <p:cNvPr id="9" name="93a4b8ad-aab4-4a98-bb88-18db2de9f60b"/>
          <p:cNvSpPr/>
          <p:nvPr/>
        </p:nvSpPr>
        <p:spPr>
          <a:xfrm>
            <a:off x="6299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0" name="97f21f22-9f35-41a1-b936-81eb04762c4f"/>
          <p:cNvSpPr/>
          <p:nvPr/>
        </p:nvSpPr>
        <p:spPr>
          <a:xfrm>
            <a:off x="6604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경험</a:t>
            </a:r>
            <a:endParaRPr lang="ko-KR" sz="2800" dirty="0"/>
          </a:p>
        </p:txBody>
      </p:sp>
      <p:sp>
        <p:nvSpPr>
          <p:cNvPr id="11" name="f829e609-fdc3-4f12-bf80-da75d14ae460"/>
          <p:cNvSpPr/>
          <p:nvPr/>
        </p:nvSpPr>
        <p:spPr>
          <a:xfrm>
            <a:off x="6604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브랜드로 제작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매체에 맞는 템플릿 활용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결과와 함께 출력</a:t>
            </a:r>
            <a:endParaRPr lang="ko-KR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9b827cf7-2655-4382-af42-b9be1f4197a2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+ 설명</a:t>
            </a:r>
            <a:endParaRPr lang="ko-KR" sz="3800" dirty="0"/>
          </a:p>
        </p:txBody>
      </p:sp>
      <p:sp>
        <p:nvSpPr>
          <p:cNvPr id="4" name="afa06d58-3cd6-4075-bf1d-eaea7006cd1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f7042a89-7c22-4ba6-8ae1-e593bfb9401f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1c056d45-ea6d-4c8b-adb3-7afde23e8ae5"/>
          <p:cNvSpPr/>
          <p:nvPr/>
        </p:nvSpPr>
        <p:spPr>
          <a:xfrm>
            <a:off x="711200" y="2070100"/>
            <a:ext cx="5638800" cy="36068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ac020332-89c6-472f-b75b-54b51589f3e9"/>
          <p:cNvSpPr/>
          <p:nvPr/>
        </p:nvSpPr>
        <p:spPr>
          <a:xfrm>
            <a:off x="1155700" y="3416300"/>
            <a:ext cx="472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이미지를 추가하세요</a:t>
            </a:r>
            <a:endParaRPr lang="ko-KR" sz="2400" dirty="0"/>
          </a:p>
        </p:txBody>
      </p:sp>
      <p:sp>
        <p:nvSpPr>
          <p:cNvPr id="8" name="ce8831d2-e70e-4cb8-9a5b-7d6a3f6602ce"/>
          <p:cNvSpPr/>
          <p:nvPr/>
        </p:nvSpPr>
        <p:spPr>
          <a:xfrm>
            <a:off x="6934200" y="2209800"/>
            <a:ext cx="4470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장면이 전달하는</a:t>
            </a:r>
            <a:endParaRPr lang="ko-KR" sz="33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ko-KR" sz="3300" dirty="0"/>
          </a:p>
        </p:txBody>
      </p:sp>
      <p:sp>
        <p:nvSpPr>
          <p:cNvPr id="9" name="768616a7-d27a-41f1-8fc0-f62d3c02e992"/>
          <p:cNvSpPr/>
          <p:nvPr/>
        </p:nvSpPr>
        <p:spPr>
          <a:xfrm>
            <a:off x="6934200" y="3771900"/>
            <a:ext cx="4343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자산에서 이미지를 선택하고 설명을 작성하세요. 이미지와 텍스트는 각각 편집할 수 있습니다.</a:t>
            </a:r>
            <a:endParaRPr lang="ko-KR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fbba663-900d-44b7-a4dd-272211382f73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ko-KR" sz="3800" dirty="0"/>
          </a:p>
        </p:txBody>
      </p:sp>
      <p:sp>
        <p:nvSpPr>
          <p:cNvPr id="4" name="4cd36852-a3a5-4bb0-afb5-e8753a31f22d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3e1ee83-c167-4220-975e-9a70a184a0d0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a40b4fb7-36c4-4be8-a9ab-93a45bc909a7"/>
          <p:cNvSpPr/>
          <p:nvPr/>
        </p:nvSpPr>
        <p:spPr>
          <a:xfrm>
            <a:off x="711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ko-KR" sz="7800" dirty="0"/>
          </a:p>
        </p:txBody>
      </p:sp>
      <p:sp>
        <p:nvSpPr>
          <p:cNvPr id="7" name="d89248d1-ac7a-4dcc-86e0-d10cfe8d8f55"/>
          <p:cNvSpPr/>
          <p:nvPr/>
        </p:nvSpPr>
        <p:spPr>
          <a:xfrm>
            <a:off x="711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효과</a:t>
            </a:r>
            <a:endParaRPr lang="ko-KR" sz="2300" dirty="0"/>
          </a:p>
        </p:txBody>
      </p:sp>
      <p:sp>
        <p:nvSpPr>
          <p:cNvPr id="8" name="2985c3d7-9930-4829-95d2-81ede6d7c631"/>
          <p:cNvSpPr/>
          <p:nvPr/>
        </p:nvSpPr>
        <p:spPr>
          <a:xfrm>
            <a:off x="711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9" name="5bec4a50-a697-4db6-95ef-acfe8c56619c"/>
          <p:cNvSpPr/>
          <p:nvPr/>
        </p:nvSpPr>
        <p:spPr>
          <a:xfrm>
            <a:off x="4394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ko-KR" sz="7800" dirty="0"/>
          </a:p>
        </p:txBody>
      </p:sp>
      <p:sp>
        <p:nvSpPr>
          <p:cNvPr id="10" name="479fbc33-66eb-4212-b48f-33765345ea7e"/>
          <p:cNvSpPr/>
          <p:nvPr/>
        </p:nvSpPr>
        <p:spPr>
          <a:xfrm>
            <a:off x="4394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스타일</a:t>
            </a:r>
            <a:endParaRPr lang="ko-KR" sz="2300" dirty="0"/>
          </a:p>
        </p:txBody>
      </p:sp>
      <p:sp>
        <p:nvSpPr>
          <p:cNvPr id="11" name="7114ecc0-f536-4024-b692-b727b8f565be"/>
          <p:cNvSpPr/>
          <p:nvPr/>
        </p:nvSpPr>
        <p:spPr>
          <a:xfrm>
            <a:off x="4394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12" name="139fa695-4502-4134-9cf6-ee78b463287f"/>
          <p:cNvSpPr/>
          <p:nvPr/>
        </p:nvSpPr>
        <p:spPr>
          <a:xfrm>
            <a:off x="8077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7800" dirty="0"/>
          </a:p>
        </p:txBody>
      </p:sp>
      <p:sp>
        <p:nvSpPr>
          <p:cNvPr id="13" name="6e427ab9-8330-421a-94df-e53c2a4d6961"/>
          <p:cNvSpPr/>
          <p:nvPr/>
        </p:nvSpPr>
        <p:spPr>
          <a:xfrm>
            <a:off x="8077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매체</a:t>
            </a:r>
            <a:endParaRPr lang="ko-KR" sz="2300" dirty="0"/>
          </a:p>
        </p:txBody>
      </p:sp>
      <p:sp>
        <p:nvSpPr>
          <p:cNvPr id="14" name="85fd4562-e521-4ad7-a928-6f322f93169d"/>
          <p:cNvSpPr/>
          <p:nvPr/>
        </p:nvSpPr>
        <p:spPr>
          <a:xfrm>
            <a:off x="8077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24060c3-4d94-4dfe-a22b-18774952c08b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ko-KR" sz="3800" dirty="0"/>
          </a:p>
        </p:txBody>
      </p:sp>
      <p:sp>
        <p:nvSpPr>
          <p:cNvPr id="4" name="474e328a-5d2e-4d18-bb84-ccb8289ab589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60687e4d-629e-434c-a7a0-c8d05299f1a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6" name="f154b097-5d2f-4301-8f63-678e3350d9af"/>
          <p:cNvGraphicFramePr/>
          <p:nvPr>
            <p:extLst>
              <p:ext uri="{D42A27DB-BD31-4B8C-83A1-F6EECF244321}">
                <p14:modId xmlns:p14="http://schemas.microsoft.com/office/powerpoint/2010/main" val="291991614"/>
              </p:ext>
            </p:extLst>
          </p:nvPr>
        </p:nvGraphicFramePr>
        <p:xfrm>
          <a:off x="889000" y="2108200"/>
          <a:ext cx="1041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d9197c92-ce88-451a-b4db-3d159473c7ce"/>
          <p:cNvSpPr/>
          <p:nvPr/>
        </p:nvSpPr>
        <p:spPr>
          <a:xfrm>
            <a:off x="889000" y="5715000"/>
            <a:ext cx="1041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데이터 · 단위: 건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700ddd34-84b6-413c-9efd-a58e40b227dd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</a:t>
            </a:r>
            <a:endParaRPr lang="ko-KR" sz="3800" dirty="0"/>
          </a:p>
        </p:txBody>
      </p:sp>
      <p:sp>
        <p:nvSpPr>
          <p:cNvPr id="4" name="303fd551-ed96-4ba3-b87f-886c93a1ce4a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b755a9f9-f0bb-4a86-a9cb-ecdf52ae5c8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10" name="fbe58f09-ca19-44f1-b17e-0238b1f35ac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73419"/>
              </p:ext>
            </p:extLst>
          </p:nvPr>
        </p:nvGraphicFramePr>
        <p:xfrm>
          <a:off x="711200" y="2184400"/>
          <a:ext cx="10058400" cy="32512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제작물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프레젠테이션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80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수정된 네이티브 표 데이터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웹사이트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반응형 페이지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모션그래픽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 영상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8ade59f-38f1-4e5d-945d-4fd70695636e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</a:t>
            </a:r>
            <a:endParaRPr lang="ko-KR" sz="3800" dirty="0"/>
          </a:p>
        </p:txBody>
      </p:sp>
      <p:sp>
        <p:nvSpPr>
          <p:cNvPr id="4" name="21d35880-ece7-4673-bba5-6e0341b9d789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c2f60566-50b7-4ef9-b14b-8055e8f72df8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8671367e-64a9-4ea6-aebd-7a7d28d0fb81"/>
          <p:cNvSpPr/>
          <p:nvPr/>
        </p:nvSpPr>
        <p:spPr>
          <a:xfrm>
            <a:off x="1117600" y="3492500"/>
            <a:ext cx="9956800" cy="38100"/>
          </a:xfrm>
          <a:prstGeom prst="rect">
            <a:avLst/>
          </a:prstGeom>
          <a:solidFill>
            <a:srgbClr val="35405B"/>
          </a:solidFill>
          <a:ln w="12700">
            <a:solidFill>
              <a:srgbClr val="35405B"/>
            </a:solidFill>
            <a:prstDash val="solid"/>
          </a:ln>
        </p:spPr>
      </p:sp>
      <p:sp>
        <p:nvSpPr>
          <p:cNvPr id="7" name="ec0b3012-cbde-4e5b-8372-9380f6a79e49"/>
          <p:cNvSpPr/>
          <p:nvPr/>
        </p:nvSpPr>
        <p:spPr>
          <a:xfrm>
            <a:off x="11176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8" name="e224a101-3aa3-4ddd-a045-c4578b4d281e"/>
          <p:cNvSpPr/>
          <p:nvPr/>
        </p:nvSpPr>
        <p:spPr>
          <a:xfrm>
            <a:off x="9398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9" name="a6d5b5c5-2308-426e-ae7c-dbb22f4daeb9"/>
          <p:cNvSpPr/>
          <p:nvPr/>
        </p:nvSpPr>
        <p:spPr>
          <a:xfrm>
            <a:off x="9398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ko-KR" sz="2700" dirty="0"/>
          </a:p>
        </p:txBody>
      </p:sp>
      <p:sp>
        <p:nvSpPr>
          <p:cNvPr id="10" name="e87b508a-6ac5-4f86-8e8e-9641139ba7b5"/>
          <p:cNvSpPr/>
          <p:nvPr/>
        </p:nvSpPr>
        <p:spPr>
          <a:xfrm>
            <a:off x="41402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1" name="a20f22e3-e29f-42f0-9ded-18f6ceeabd03"/>
          <p:cNvSpPr/>
          <p:nvPr/>
        </p:nvSpPr>
        <p:spPr>
          <a:xfrm>
            <a:off x="39624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788e4d6e-b24b-48f2-909f-9cf60736e4a5"/>
          <p:cNvSpPr/>
          <p:nvPr/>
        </p:nvSpPr>
        <p:spPr>
          <a:xfrm>
            <a:off x="39624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ko-KR" sz="2700" dirty="0"/>
          </a:p>
        </p:txBody>
      </p:sp>
      <p:sp>
        <p:nvSpPr>
          <p:cNvPr id="13" name="820be2ef-5af8-486c-a602-d6212cc33f94"/>
          <p:cNvSpPr/>
          <p:nvPr/>
        </p:nvSpPr>
        <p:spPr>
          <a:xfrm>
            <a:off x="71628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4" name="8bf566da-92c2-4df1-a963-5cc92d925ed4"/>
          <p:cNvSpPr/>
          <p:nvPr/>
        </p:nvSpPr>
        <p:spPr>
          <a:xfrm>
            <a:off x="69850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5" name="936dccee-05d4-4dc9-b402-709b49ecda66"/>
          <p:cNvSpPr/>
          <p:nvPr/>
        </p:nvSpPr>
        <p:spPr>
          <a:xfrm>
            <a:off x="69850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ko-KR" sz="2700" dirty="0"/>
          </a:p>
        </p:txBody>
      </p:sp>
      <p:sp>
        <p:nvSpPr>
          <p:cNvPr id="16" name="24512b92-a1c8-49a1-93df-5e69da30aad4"/>
          <p:cNvSpPr/>
          <p:nvPr/>
        </p:nvSpPr>
        <p:spPr>
          <a:xfrm>
            <a:off x="101854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7" name="715e75fb-455e-4d6a-a48e-7fcc074c6c25"/>
          <p:cNvSpPr/>
          <p:nvPr/>
        </p:nvSpPr>
        <p:spPr>
          <a:xfrm>
            <a:off x="100076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2800" dirty="0"/>
          </a:p>
        </p:txBody>
      </p:sp>
      <p:sp>
        <p:nvSpPr>
          <p:cNvPr id="18" name="3dca87bd-0460-48cb-8289-4fd47ff36348"/>
          <p:cNvSpPr/>
          <p:nvPr/>
        </p:nvSpPr>
        <p:spPr>
          <a:xfrm>
            <a:off x="100076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ko-KR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a50f989-4aa6-4d7f-8103-5855c2923ae8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</a:t>
            </a:r>
            <a:endParaRPr lang="ko-KR" sz="3800" dirty="0"/>
          </a:p>
        </p:txBody>
      </p:sp>
      <p:sp>
        <p:nvSpPr>
          <p:cNvPr id="4" name="39eb269e-4e02-418f-a4de-a6fedff0c227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09387c7b-b1ea-4d42-a621-49330419bc0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c171c4cc-7753-46ef-88fc-32bfa2b9e643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260adbe8-1407-4b3e-a0d4-454d74299dc4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35c58ae4-e630-4927-a98c-e03e997c3ce0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c9d162b3-8dc5-49e7-ad63-6671b85793e6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5998760a-eba6-49ee-a48f-6db8fc993231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9e7c1996-d1cb-4e80-b85c-56fae0e68def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5d987bff-1458-4ef9-9d52-a5b0bb8c1ab8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34b065c9-7e5c-4563-8bdb-82c996906772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4fde11c1-d036-429a-adc1-ac8e63a7ed8e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81ceedff-0e1d-4454-b103-139df8995714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623e87e9-b620-42e0-b8c1-a29ffffe8875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dd583d0c-dcaf-40e4-92f7-2987248bb702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dae9408-e95e-4423-a550-3ed714add1f2"/>
          <p:cNvSpPr/>
          <p:nvPr/>
        </p:nvSpPr>
        <p:spPr>
          <a:xfrm>
            <a:off x="736600" y="1600200"/>
            <a:ext cx="107188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56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장면을</a:t>
            </a:r>
            <a:endParaRPr lang="ko-KR" sz="56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56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만듭니다.</a:t>
            </a:r>
            <a:endParaRPr lang="ko-KR" sz="5600" dirty="0"/>
          </a:p>
        </p:txBody>
      </p:sp>
      <p:sp>
        <p:nvSpPr>
          <p:cNvPr id="4" name="3ef3aee1-9ccc-4a3b-b9ae-196473e9db96"/>
          <p:cNvSpPr/>
          <p:nvPr/>
        </p:nvSpPr>
        <p:spPr>
          <a:xfrm>
            <a:off x="787400" y="4229100"/>
            <a:ext cx="1016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5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2500" dirty="0"/>
          </a:p>
        </p:txBody>
      </p:sp>
      <p:sp>
        <p:nvSpPr>
          <p:cNvPr id="5" name="50e10a3f-582d-4d2a-9dfd-de1ce66d2638"/>
          <p:cNvSpPr/>
          <p:nvPr/>
        </p:nvSpPr>
        <p:spPr>
          <a:xfrm>
            <a:off x="787400" y="510540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연락처를 입력하세요</a:t>
            </a:r>
            <a:endParaRPr lang="ko-KR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83696507-4359-408e-bdef-c1dd792dee29"/>
          <p:cNvSpPr/>
          <p:nvPr/>
        </p:nvSpPr>
        <p:spPr>
          <a:xfrm>
            <a:off x="736600" y="6604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/ PORTFOLIO</a:t>
            </a:r>
            <a:endParaRPr lang="ko-KR" sz="1400" dirty="0"/>
          </a:p>
        </p:txBody>
      </p:sp>
      <p:sp>
        <p:nvSpPr>
          <p:cNvPr id="4" name="e54ee607-7843-417a-a0c8-10d502ae9c03"/>
          <p:cNvSpPr/>
          <p:nvPr/>
        </p:nvSpPr>
        <p:spPr>
          <a:xfrm>
            <a:off x="736600" y="1943100"/>
            <a:ext cx="7874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생각을 디자인으로,</a:t>
            </a:r>
            <a:endParaRPr lang="ko-KR" sz="54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디자인을 경험으로.</a:t>
            </a:r>
            <a:endParaRPr lang="ko-KR" sz="5400" dirty="0"/>
          </a:p>
        </p:txBody>
      </p:sp>
      <p:sp>
        <p:nvSpPr>
          <p:cNvPr id="5" name="ac5fb7a8-a5b6-40c1-9be7-a062665171bd"/>
          <p:cNvSpPr/>
          <p:nvPr/>
        </p:nvSpPr>
        <p:spPr>
          <a:xfrm>
            <a:off x="787400" y="444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1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브랜드에서 시작하는 프레젠테이션, 웹, 모션.</a:t>
            </a:r>
            <a:endParaRPr lang="ko-KR" sz="2100" dirty="0"/>
          </a:p>
        </p:txBody>
      </p:sp>
      <p:sp>
        <p:nvSpPr>
          <p:cNvPr id="6" name="a90bdd33-e41a-424a-80dd-3df033980ae0"/>
          <p:cNvSpPr/>
          <p:nvPr/>
        </p:nvSpPr>
        <p:spPr>
          <a:xfrm>
            <a:off x="9448800" y="1739900"/>
            <a:ext cx="1879600" cy="32766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e4f496ba-1e67-45a7-a28a-f792b738713c"/>
          <p:cNvSpPr/>
          <p:nvPr/>
        </p:nvSpPr>
        <p:spPr>
          <a:xfrm>
            <a:off x="9855200" y="2235200"/>
            <a:ext cx="1066800" cy="1066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8" name="acba8e81-10e1-4aee-a8e1-ca677f3e0a40"/>
          <p:cNvSpPr/>
          <p:nvPr/>
        </p:nvSpPr>
        <p:spPr>
          <a:xfrm>
            <a:off x="9855200" y="3708400"/>
            <a:ext cx="10668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9" name="86d2ec69-e674-4c76-8827-cb1f866a90d8"/>
          <p:cNvSpPr/>
          <p:nvPr/>
        </p:nvSpPr>
        <p:spPr>
          <a:xfrm>
            <a:off x="787400" y="60452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db3fa55-c40e-4185-bbca-b2cc21952d9b"/>
          <p:cNvSpPr/>
          <p:nvPr/>
        </p:nvSpPr>
        <p:spPr>
          <a:xfrm>
            <a:off x="736600" y="939800"/>
            <a:ext cx="889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6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14</a:t>
            </a:r>
            <a:endParaRPr lang="ko-KR" sz="1600" dirty="0"/>
          </a:p>
        </p:txBody>
      </p:sp>
      <p:sp>
        <p:nvSpPr>
          <p:cNvPr id="4" name="81c75d86-4053-4a2f-afc1-44411df18558"/>
          <p:cNvSpPr/>
          <p:nvPr/>
        </p:nvSpPr>
        <p:spPr>
          <a:xfrm>
            <a:off x="736600" y="2603500"/>
            <a:ext cx="1054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경험을</a:t>
            </a:r>
            <a:endParaRPr lang="ko-KR" sz="5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과정</a:t>
            </a:r>
            <a:endParaRPr lang="ko-KR" sz="5200" dirty="0"/>
          </a:p>
        </p:txBody>
      </p:sp>
      <p:sp>
        <p:nvSpPr>
          <p:cNvPr id="5" name="0577ab5f-3ee3-4cb4-9779-0ded6906f82b"/>
          <p:cNvSpPr/>
          <p:nvPr/>
        </p:nvSpPr>
        <p:spPr>
          <a:xfrm>
            <a:off x="736600" y="5283200"/>
            <a:ext cx="20320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d2e5737-5bf6-4a54-a48e-e41d0f6bd723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ko-KR" sz="3800" dirty="0"/>
          </a:p>
        </p:txBody>
      </p:sp>
      <p:sp>
        <p:nvSpPr>
          <p:cNvPr id="4" name="3007410d-bc8f-4eb7-ac25-2277a2b25ed8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5405280c-7fa7-4bce-9a11-e541884e5af0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f4b1d8f1-1a89-415a-ae8f-9a9fe4e891ba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2f057379-66b5-4393-b926-8214874b1f7c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1c0b1c76-e064-4bd6-afc9-b60561d123c0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8e6ace64-02d2-4b2c-af6e-9fe0130c8bdd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64d5b746-406b-447b-b3dd-ed1f91888040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3579a7e3-d4e7-4167-a7b9-b559e962ac0e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3460371c-d1d7-4cc2-9a26-fa4cfa663b8c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4e6a5720-cb36-4ba0-916a-f2b3ae0ccee0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5b8e2f1f-8f4f-4fe4-b798-88f7279e419d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b5e97c5d-139a-48bc-97d5-e62b677d1473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8473a9d6-4c73-4349-b2f5-6b9a4d1cedfb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ed3bb2ec-1b24-45c3-b1eb-60849e21cfd0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58d873b-7606-4784-9367-8a383636c58f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본문</a:t>
            </a:r>
            <a:endParaRPr lang="ko-KR" sz="3800" dirty="0"/>
          </a:p>
        </p:txBody>
      </p:sp>
      <p:sp>
        <p:nvSpPr>
          <p:cNvPr id="4" name="b8d8453e-d67a-457a-b92a-8c8d586ec08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d882453e-fb4a-4d32-9ce5-f604a6f49ae1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2ac16ea1-d14f-49ca-a69d-330213e92938"/>
          <p:cNvSpPr/>
          <p:nvPr/>
        </p:nvSpPr>
        <p:spPr>
          <a:xfrm>
            <a:off x="711200" y="2197100"/>
            <a:ext cx="10337800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전달할 핵심 메시지를 입력하세요.</a:t>
            </a: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근거를 구체적으로 설명하고,</a:t>
            </a:r>
            <a:endParaRPr lang="ko-KR" sz="27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다음 행동을 알 수 있도록 작성합니다.</a:t>
            </a:r>
            <a:endParaRPr lang="ko-KR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d2988c6-c1e3-465c-a33d-604b8e099adc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2열 비교</a:t>
            </a:r>
            <a:endParaRPr lang="ko-KR" sz="3800" dirty="0"/>
          </a:p>
        </p:txBody>
      </p:sp>
      <p:sp>
        <p:nvSpPr>
          <p:cNvPr id="4" name="15d19d0e-c136-43e4-b758-0221f690843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cb5c524d-4f76-433a-ad92-088089b34cb5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2ac8745-f8c9-4704-bbea-18972cefdafc"/>
          <p:cNvSpPr/>
          <p:nvPr/>
        </p:nvSpPr>
        <p:spPr>
          <a:xfrm>
            <a:off x="711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a4a9ccaa-d4f7-445d-947f-93077624f26a"/>
          <p:cNvSpPr/>
          <p:nvPr/>
        </p:nvSpPr>
        <p:spPr>
          <a:xfrm>
            <a:off x="1016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경험</a:t>
            </a:r>
            <a:endParaRPr lang="ko-KR" sz="2800" dirty="0"/>
          </a:p>
        </p:txBody>
      </p:sp>
      <p:sp>
        <p:nvSpPr>
          <p:cNvPr id="8" name="209ab5a7-9880-47c1-8ecf-4d1d619c6d47"/>
          <p:cNvSpPr/>
          <p:nvPr/>
        </p:nvSpPr>
        <p:spPr>
          <a:xfrm>
            <a:off x="1016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도구에서 별도로 제작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스타일을 반복해서 설정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수작업으로 결과물 확인</a:t>
            </a:r>
            <a:endParaRPr lang="ko-KR" sz="2200" dirty="0"/>
          </a:p>
        </p:txBody>
      </p:sp>
      <p:sp>
        <p:nvSpPr>
          <p:cNvPr id="9" name="4538906a-7cc0-4f7f-ae9d-6c9c4e02d298"/>
          <p:cNvSpPr/>
          <p:nvPr/>
        </p:nvSpPr>
        <p:spPr>
          <a:xfrm>
            <a:off x="6299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0" name="d387f9e4-45e7-4b72-b8ec-a95ff7f74753"/>
          <p:cNvSpPr/>
          <p:nvPr/>
        </p:nvSpPr>
        <p:spPr>
          <a:xfrm>
            <a:off x="6604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경험</a:t>
            </a:r>
            <a:endParaRPr lang="ko-KR" sz="2800" dirty="0"/>
          </a:p>
        </p:txBody>
      </p:sp>
      <p:sp>
        <p:nvSpPr>
          <p:cNvPr id="11" name="373f6ffb-8289-4ee1-8bbb-c051d29380dd"/>
          <p:cNvSpPr/>
          <p:nvPr/>
        </p:nvSpPr>
        <p:spPr>
          <a:xfrm>
            <a:off x="6604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브랜드로 제작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매체에 맞는 템플릿 활용</a:t>
            </a:r>
            <a:endParaRPr lang="ko-KR" sz="22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결과와 함께 출력</a:t>
            </a:r>
            <a:endParaRPr lang="ko-KR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21f78ae-78c2-4644-9a15-4227e8c8aca4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+ 설명</a:t>
            </a:r>
            <a:endParaRPr lang="ko-KR" sz="3800" dirty="0"/>
          </a:p>
        </p:txBody>
      </p:sp>
      <p:sp>
        <p:nvSpPr>
          <p:cNvPr id="4" name="59e4aaa7-2204-43e6-93ea-f262d6a18cac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5c2b09ca-5a34-401b-a1f2-f29b762dd89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b5064136-d629-4135-8a8c-dc9bdb6647a7"/>
          <p:cNvSpPr/>
          <p:nvPr/>
        </p:nvSpPr>
        <p:spPr>
          <a:xfrm>
            <a:off x="711200" y="2070100"/>
            <a:ext cx="5638800" cy="36068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f4cc14fe-70c8-439c-b45d-14e7cad6b2b9"/>
          <p:cNvSpPr/>
          <p:nvPr/>
        </p:nvSpPr>
        <p:spPr>
          <a:xfrm>
            <a:off x="1155700" y="3416300"/>
            <a:ext cx="472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이미지를 추가하세요</a:t>
            </a:r>
            <a:endParaRPr lang="ko-KR" sz="2400" dirty="0"/>
          </a:p>
        </p:txBody>
      </p:sp>
      <p:sp>
        <p:nvSpPr>
          <p:cNvPr id="8" name="f9ba2edc-1b86-4b43-8db4-ca431c9ea842"/>
          <p:cNvSpPr/>
          <p:nvPr/>
        </p:nvSpPr>
        <p:spPr>
          <a:xfrm>
            <a:off x="6934200" y="2209800"/>
            <a:ext cx="4470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장면이 전달하는</a:t>
            </a:r>
            <a:endParaRPr lang="ko-KR" sz="3300" dirty="0"/>
          </a:p>
          <a:p>
            <a:pPr marL="0" indent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ko-KR" sz="3300" dirty="0"/>
          </a:p>
        </p:txBody>
      </p:sp>
      <p:sp>
        <p:nvSpPr>
          <p:cNvPr id="9" name="5a154862-2507-46c0-9cc1-4448a10f24e7"/>
          <p:cNvSpPr/>
          <p:nvPr/>
        </p:nvSpPr>
        <p:spPr>
          <a:xfrm>
            <a:off x="6934200" y="3771900"/>
            <a:ext cx="4343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자산에서 이미지를 선택하고 설명을 작성하세요. 이미지와 텍스트는 각각 편집할 수 있습니다.</a:t>
            </a:r>
            <a:endParaRPr lang="ko-KR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86d38237-8d59-490a-bcb3-f4859b7d0cc6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ko-KR" sz="3800" dirty="0"/>
          </a:p>
        </p:txBody>
      </p:sp>
      <p:sp>
        <p:nvSpPr>
          <p:cNvPr id="4" name="6efb8592-4f79-40eb-8f2c-896fa70a0444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e970d665-7879-4c92-bf1e-be0019db53a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1eeb322-687d-4cf5-bb0d-7c9e7d3248b8"/>
          <p:cNvSpPr/>
          <p:nvPr/>
        </p:nvSpPr>
        <p:spPr>
          <a:xfrm>
            <a:off x="711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ko-KR" sz="7800" dirty="0"/>
          </a:p>
        </p:txBody>
      </p:sp>
      <p:sp>
        <p:nvSpPr>
          <p:cNvPr id="7" name="abf9e2f4-d28c-4362-b8af-20d673b58d72"/>
          <p:cNvSpPr/>
          <p:nvPr/>
        </p:nvSpPr>
        <p:spPr>
          <a:xfrm>
            <a:off x="711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효과</a:t>
            </a:r>
            <a:endParaRPr lang="ko-KR" sz="2300" dirty="0"/>
          </a:p>
        </p:txBody>
      </p:sp>
      <p:sp>
        <p:nvSpPr>
          <p:cNvPr id="8" name="4980de20-ddfb-49d8-8d1a-c2c99a3a690e"/>
          <p:cNvSpPr/>
          <p:nvPr/>
        </p:nvSpPr>
        <p:spPr>
          <a:xfrm>
            <a:off x="711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9" name="86c01f7e-4ce7-4951-8c0e-56193abe6af1"/>
          <p:cNvSpPr/>
          <p:nvPr/>
        </p:nvSpPr>
        <p:spPr>
          <a:xfrm>
            <a:off x="4394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ko-KR" sz="7800" dirty="0"/>
          </a:p>
        </p:txBody>
      </p:sp>
      <p:sp>
        <p:nvSpPr>
          <p:cNvPr id="10" name="ec59f058-0546-4b0f-9df9-d9e30ba49400"/>
          <p:cNvSpPr/>
          <p:nvPr/>
        </p:nvSpPr>
        <p:spPr>
          <a:xfrm>
            <a:off x="4394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스타일</a:t>
            </a:r>
            <a:endParaRPr lang="ko-KR" sz="2300" dirty="0"/>
          </a:p>
        </p:txBody>
      </p:sp>
      <p:sp>
        <p:nvSpPr>
          <p:cNvPr id="11" name="6443bcac-166d-4841-96ee-e9a9d533faca"/>
          <p:cNvSpPr/>
          <p:nvPr/>
        </p:nvSpPr>
        <p:spPr>
          <a:xfrm>
            <a:off x="4394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12" name="b60b3cdf-ec9f-42d2-b276-5d721b5ac7e7"/>
          <p:cNvSpPr/>
          <p:nvPr/>
        </p:nvSpPr>
        <p:spPr>
          <a:xfrm>
            <a:off x="8077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7800" dirty="0"/>
          </a:p>
        </p:txBody>
      </p:sp>
      <p:sp>
        <p:nvSpPr>
          <p:cNvPr id="13" name="b6b6d843-49fc-44c8-851d-4bec1acce283"/>
          <p:cNvSpPr/>
          <p:nvPr/>
        </p:nvSpPr>
        <p:spPr>
          <a:xfrm>
            <a:off x="8077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매체</a:t>
            </a:r>
            <a:endParaRPr lang="ko-KR" sz="2300" dirty="0"/>
          </a:p>
        </p:txBody>
      </p:sp>
      <p:sp>
        <p:nvSpPr>
          <p:cNvPr id="14" name="2032847b-c1cd-4edb-8326-cec83aa8d2ba"/>
          <p:cNvSpPr/>
          <p:nvPr/>
        </p:nvSpPr>
        <p:spPr>
          <a:xfrm>
            <a:off x="8077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0001783-944d-439a-a0da-0b5c5cdaad24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ko-KR" sz="3800" dirty="0"/>
          </a:p>
        </p:txBody>
      </p:sp>
      <p:sp>
        <p:nvSpPr>
          <p:cNvPr id="4" name="81d9b886-28d7-4d87-9dc6-fbd7c90976a0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0d882ce-316c-455b-b1d5-36f37dc7790e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6" name="8a865da1-54c5-45d6-ba45-0bf7d644138c"/>
          <p:cNvGraphicFramePr/>
          <p:nvPr/>
        </p:nvGraphicFramePr>
        <p:xfrm>
          <a:off x="889000" y="2108200"/>
          <a:ext cx="1041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6a8c57c7-8518-4cfc-8716-1dc4afd6def9"/>
          <p:cNvSpPr/>
          <p:nvPr/>
        </p:nvSpPr>
        <p:spPr>
          <a:xfrm>
            <a:off x="889000" y="5715000"/>
            <a:ext cx="1041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ko-KR" altLang="en-US" sz="1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데이터 · 단위: 건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와이드스크린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Junho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디자인</dc:title>
  <dc:subject>Design Studio editable presentation</dc:subject>
  <dc:creator>Junho Studio</dc:creator>
  <cp:lastModifiedBy>준호 유</cp:lastModifiedBy>
  <cp:revision>2</cp:revision>
  <dcterms:created xsi:type="dcterms:W3CDTF">2026-10-02T10:48:36Z</dcterms:created>
  <dcterms:modified xsi:type="dcterms:W3CDTF">2026-10-02T10:49:17Z</dcterms:modified>
</cp:coreProperties>
</file>